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7559675" cy="10691813"/>
  <p:defaultTextStyle>
    <a:defPPr>
      <a:defRPr lang="en-US"/>
    </a:def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1128" y="3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EasyStore - Full Stack E-Commerce Platform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Rajat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Takkar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596900" lvl="0" indent="-4572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Rydhampreet Singh Gindra – 2210990751</a:t>
            </a:r>
          </a:p>
          <a:p>
            <a:pPr marL="596900" lvl="0" indent="-4572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Ushabh Jain – 2210990929</a:t>
            </a:r>
          </a:p>
          <a:p>
            <a:pPr marL="596900" lvl="0" indent="-4572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Vaibhav Mittal – 2210992487</a:t>
            </a:r>
          </a:p>
          <a:p>
            <a:pPr marL="596900" lvl="0" indent="-4572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Kunwardeep Singh Nagpal – 2210991829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9FE4-21CB-91D5-8ADF-9FC0D803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DDFD7F1-0D26-D02A-1181-A560D68E5B2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EBFCE67-D691-D5CB-1715-26D2919CF15B}"/>
              </a:ext>
            </a:extLst>
          </p:cNvPr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Introduction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Technology Stack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System Architecture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Key Features - Customer Side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Key Features - Admin Panel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Database Design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Security Implementation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RESTful API Design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Challenges &amp; Learnings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349892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EasyStore is a full-stack e-commerce web application designed for selling vinyl stickers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Built as a modern single-page application with a decoupled frontend and backend architecture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Targets customers looking for laptop stickers, water bottle decals, skateboard stickers, and more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Features a complete shopping experience: browsing, cart management, checkout, and order tracking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Includes a dedicated admin panel for order and message management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Deployed on Vercel for seamless cloud hosting with CI/CD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Frontend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React 19 with React Router DOM for client-side routing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Vite 7 as the build tool with Hot Module Replacement (HMR)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Tailwind CSS 4 for utility-first responsive styling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Axios for HTTP API communication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React Toastify for user notifications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Backend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Node.js with Express 4 for RESTful API server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MongoDB with Mongoose 8 as the database layer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JWT (JSON Web Tokens) for stateless authentication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Joi for request payload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Client-Server Architecture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Frontend (React SPA) communicates with Backend (Express API) via RESTful HTTP calls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Axios HTTP client configured with base URL and interceptors for token management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CORS configured to allow cross-origin requests between frontend and backend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State Management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React Context API with useReducer for global auth and cart state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LocalStorage persistence for cart items, JWT token, user info, and theme preference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Deployment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Both frontend and backend deployed on Vercel as serverless functions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MongoDB Atlas for cloud-hosted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- Customer Side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Product Catalog: Browse 30+ vinyl sticker products sorted by popularity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User Authentication: Register and login with email or mobile number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Shopping Cart: Add/remove products with persistent state across sessions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Checkout Flow: Complete purchase workflow with order creation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Order History: View all past orders with status tracking (Pending/Confirmed/Cancelled)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User Profile: Update personal information and shipping address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Contact Form: Submit messages/inquiries to admin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Dark/Light Theme: Toggle between themes with localStorage persistence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Protected Routes: Auth guard prevents unauthorized access to user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- Admin Panel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Admin Dashboard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Role-Based Access Control: Admin users identified by ROLE_ADMIN in their roles array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Orders Management: View all customer orders across the platform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Messages Dashboard: View and manage customer contact form submissions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Admin Authentication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Same JWT-based auth flow as regular users with additional role verification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Admin routes protected by middleware that checks for ROLE_ADMIN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Unauthorized users redirected away from admin pages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Admin API Endpoints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GET /api/v1/admin/orders - Retrieve all orders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GET /api/v1/admin/messages - Retrieve all contact messages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Product Model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Fields: name, description, price, popularity, imageUrl, timestamps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Virtual field productId exposed instead of MongoDB _id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Customer Model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Fields: name, email (unique), mobileNumber (unique), passwordHash, address, roles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Password hashed with bcryptjs (10 salt rounds) before storage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Order Model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Fields: customer (ref), items array (productId, name, qty, price), totalPrice, status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Status enum: PENDING, CONFIRMED, CANCELLED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Contact Model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Fields: name, email, mobileNumber, message, status (OPEN/CLOSED)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Authentication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JWT-based stateless authentication with configurable token expiry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Passwords hashed using bcryptjs with 10 salt rounds before database storage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Bearer token sent in Authorization header for all protected API calls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Authorization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Role-based access control with ROLE_USER and ROLE_ADMIN roles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Auth middleware verifies JWT and extracts user identity on each request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Admin middleware checks for ROLE_ADMIN before granting access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Input Validation &amp; Protection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Joi schema validation for all incoming request payloads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CSRF protection middleware with dedicated token endpoint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CORS configured to accept requests only from the authorized frontend origin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 Design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Authentication Endpoints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POST /api/v1/auth/register - User registration with validation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POST /api/v1/auth/login - Login with email/mobile + password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Resource Endpoints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GET /api/v1/products - Fetch all products sorted by popularity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POST /api/v1/orders - Create a new order (requires auth)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GET /api/v1/orders - Fetch user's order history (requires auth)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GET /api/v1/profile - Fetch user profile (requires auth)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PUT /api/v1/profile - Update user profile (requires auth)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POST /api/v1/contacts - Submit a contact message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Design Principles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RESTful conventions with versioned API prefix (/api/v1)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Centralized error handling middleware for consistent error responses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Challenges Faced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Implementing secure JWT authentication flow across frontend and backend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Managing global state (auth + cart) using React Context with useReducer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Configuring CORS and CSRF protection for cross-origin API communication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Designing responsive UI with Tailwind CSS for multiple device sizes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Database schema design with Mongoose virtuals and proper referencing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Key Learnings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End-to-end understanding of full-stack web application development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Practical experience with REST API design patterns and best practices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Security implementation: hashing, tokens, input validation, role-based access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Cloud deployment workflow using Vercel for both frontend and backend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009742"/>
            <a:ext cx="8838720" cy="52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Payment Gateway Integration: Add Razorpay/Stripe for real online payments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Product Search &amp; Filters: Enable search by name, category, and price range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Admin Product Management: CRUD operations for adding/editing/deleting products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Order Status Updates: Allow admin to update order status with email notifications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Image Upload: Integrate cloud storage (Cloudinary/S3) for product image management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Wishlist Feature: Allow users to save favorite products for later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Pagination &amp; Infinite Scroll: Optimize product listing for large catalogs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Unit &amp; Integration Testing: Add Jest/Vitest test suites for frontend and backend</a:t>
            </a:r>
          </a:p>
          <a:p>
            <a:pPr marL="457200" lvl="0" indent="-317500">
              <a:lnSpc>
                <a:spcPct val="15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Progressive Web App (PWA): Enable offline support and mobile installation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34706</TotalTime>
  <Words>1101</Words>
  <Application>Microsoft Office PowerPoint</Application>
  <PresentationFormat>On-screen Show (4:3)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Rydhampreet Singh Gindra</cp:lastModifiedBy>
  <cp:revision>2302</cp:revision>
  <dcterms:created xsi:type="dcterms:W3CDTF">2010-04-09T07:36:15Z</dcterms:created>
  <dcterms:modified xsi:type="dcterms:W3CDTF">2026-04-28T17:46:19Z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